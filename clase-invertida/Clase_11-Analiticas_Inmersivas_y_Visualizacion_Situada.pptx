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7" r:id="rId92"/>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2.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Conjunto de datos de vinos (~1’000 registros)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a:t>
            </a:r>
            <a:r>
              <a:rPr lang="en-GB" sz="2200" b="1"/>
              <a:t>comprehensiva</a:t>
            </a:r>
            <a:r>
              <a:rPr lang="en-GB" sz="2200"/>
              <a:t> permitió a los usuarios mantener la inmersión en realidad aumentada en largas sesiones (&gt;1.5 hrs.)  </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muestra que se puede crear y modificar visualizaciones situadas en AR en tiempo real, sin salir de la inmersión</a:t>
            </a:r>
          </a:p>
          <a:p>
            <a:r>
              <a:rPr sz="1800"/>
              <a:t>Lo que funcionó: expresividad (ejemplos y funciones) y sesiones largas (&gt;1,5 hrs.) e interactivas</a:t>
            </a:r>
          </a:p>
          <a:p>
            <a:r>
              <a:rPr sz="1800"/>
              <a:t>Limitación: estudio pequeño (7 usuarios) y herramienta de nicho (HoloLens + Pharo)</a:t>
            </a:r>
          </a:p>
          <a:p>
            <a:r>
              <a:rPr sz="1800"/>
              <a:t>Idea para llevarse: la visualización situada es útil cuando la información se ve en el lugar y el momento donde se necesita</a:t>
            </a:r>
          </a:p>
          <a:p>
            <a:r>
              <a:rPr sz="1800"/>
              <a:t>Pregunta 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Visualización situada: el HUD de distancia y las etiquetas se muestran sobre el propio vehículo y el obstáculo, donde el usuario mira</a:t>
            </a:r>
          </a:p>
          <a:p>
            <a:r>
              <a:rPr sz="1800"/>
              <a:t>Módulo de distancia por raycasting: calcula la distancia a las esquinas y la muestra en vivo (HUD y audio)</a:t>
            </a:r>
          </a:p>
          <a:p>
            <a:r>
              <a:rPr sz="1800"/>
              <a:t>Como en AVAR, la información cambia en tiempo real según la acción del usuario</a:t>
            </a:r>
          </a:p>
          <a:p>
            <a:r>
              <a:rPr sz="1800"/>
              <a:t>Cuidado (lección de la clase): demasiadas etiquetas saturan la vista, así que hay que filtrar y mostrar solo lo relevante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