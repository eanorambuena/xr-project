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(mediana 106 min)</a:t>
            </a:r>
          </a:p>
          <a:p>
            <a:r>
              <a:rPr sz="1700"/>
              <a:t>Límites: 7 participantes, todos hombres y expertos en Smalltalk; usabilidad 58/100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(2020) fue un prototipo; desde entonces el área se ordenó. Lee, Sedlmair y Schmalstieg (2023) revisaron 293 trabajos de visualización situada en AR y propusieron 10 patrones de diseño (IEEE TVCG, arXiv:2307.09157).</a:t>
            </a:r>
          </a:p>
          <a:p>
            <a:r>
              <a:rPr sz="1500"/>
              <a:t>Los paneles son lo más común, y la interactividad queda como trabajo futuro.</a:t>
            </a:r>
          </a:p>
          <a:p>
            <a:r>
              <a:rPr sz="1500"/>
              <a:t>Shin et al. (2023, arXiv:2310.10015) sistematizan 47 sistemas con una taxonomía.</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(íconos de Lee et al.) con el nº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VR (Quest 3 +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(HUD y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VINCI) y Merino et al. (2026,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