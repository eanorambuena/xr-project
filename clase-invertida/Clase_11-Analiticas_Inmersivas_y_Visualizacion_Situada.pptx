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a:t>
            </a:r>
            <a:r>
              <a:rPr lang="en-GB" sz="2200" b="1"/>
              <a:t>comprehensiva</a:t>
            </a:r>
            <a:r>
              <a:rPr lang="en-GB" sz="2200"/>
              <a:t> permitió a los usuarios mantener la inmersión en realidad aumentada en largas sesiones (&gt;1.5 hrs.)  </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los ejemplos y funciones ayudaron a expresar visualizaciones, y las sesiones fueron largas (&gt;1,5 hrs.) e interactivas</a:t>
            </a:r>
          </a:p>
          <a:p>
            <a:r>
              <a:rPr sz="1800"/>
              <a:t>Límites: el estudio fue pequeño (7 participantes) y todos eran programadores expertos en Smalltalk</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