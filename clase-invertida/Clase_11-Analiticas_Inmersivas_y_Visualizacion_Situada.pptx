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7" r:id="rId92"/>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2.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permite crear y modificar visualizaciones situadas en AR escribiendo scripts, con los cambios a la vista en tiempo real</a:t>
            </a:r>
          </a:p>
          <a:p>
            <a:r>
              <a:rPr sz="1800"/>
              <a:t>Lo que funcionó: ejemplos y funciones para expresar visualizaciones; sesiones largas (mediana 106 min)</a:t>
            </a:r>
          </a:p>
          <a:p>
            <a:r>
              <a:rPr sz="1800"/>
              <a:t>Límites: 7 participantes, todos hombres y expertos en Smalltalk; usabilidad 58/100 (SUS) e incomodidad moderada</a:t>
            </a:r>
          </a:p>
          <a:p>
            <a:r>
              <a:rPr sz="1800"/>
              <a:t>Idea para llevarse: una visualización es situada cuando se refiere a objetos reales con significado, como lo que el usuario ve en su entorno</a:t>
            </a:r>
          </a:p>
          <a:p>
            <a:r>
              <a:rPr sz="18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Conexión con situada: el HUD de distancia y las etiquetas se ubican sobre el vehículo y el obstáculo que el usuario está mirando</a:t>
            </a:r>
          </a:p>
          <a:p>
            <a:r>
              <a:rPr sz="1800"/>
              <a:t>El módulo de distancia usa raycasting para calcular la distancia a las esquinas y la muestra al instante (HUD y audio)</a:t>
            </a:r>
          </a:p>
          <a:p>
            <a:r>
              <a:rPr sz="1800"/>
              <a:t>Igual que en AVAR, lo que se ve cambia en tiempo real según lo que hace el usuario</a:t>
            </a:r>
          </a:p>
          <a:p>
            <a:r>
              <a:rPr sz="1800"/>
              <a:t>Ojo con la clase: poner etiquetas sin cuidado puede tapar justo lo que importa, así que hay que ubicarlas bien y mostrar solo lo relevante</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